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731520"/>
            <a:ext cx="9445752" cy="5120640"/>
          </a:xfrm>
          <a:prstGeom prst="rect">
            <a:avLst/>
          </a:prstGeom>
          <a:solidFill>
            <a:srgbClr val="161B22"/>
          </a:solidFill>
          <a:ln w="25400">
            <a:solidFill>
              <a:srgbClr val="2A33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731520"/>
            <a:ext cx="9445752" cy="13716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097280"/>
            <a:ext cx="94457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2D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INTERVIEW PLAN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2D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RESUME ANALYZER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71600" y="237744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Premium AI-Powered Interview Preparation &amp; Roadmap Platform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86000" y="2834640"/>
            <a:ext cx="7616952" cy="18288"/>
          </a:xfrm>
          <a:prstGeom prst="rect">
            <a:avLst/>
          </a:prstGeom>
          <a:solidFill>
            <a:srgbClr val="2A3348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0" y="310896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b="1" dirty="0">
                <a:solidFill>
                  <a:srgbClr val="FF2D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SUBMITTED BY:
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7D85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Name: 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Name
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7D85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 No: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Roll Number
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7D85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Branch: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Computer Science &amp; Engineering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0" y="310896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100" b="1" dirty="0">
                <a:solidFill>
                  <a:srgbClr val="8AB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GUIDED BY:
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7D85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Supervisor: 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Professor's Name
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7D85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Designation: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Assistant Professor
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7D85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Department: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Computer Science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71600" y="493776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2D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College Name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2D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1274552" cy="18288"/>
          </a:xfrm>
          <a:prstGeom prst="rect">
            <a:avLst/>
          </a:prstGeom>
          <a:solidFill>
            <a:srgbClr val="2A334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Interview Planner &amp; Resume Analyzer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job hunting involves sending generic resumes to highly specific job roles. Job seekers struggle to identify skill deficiencies and lack target-driven study strategies.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platform bridges that gap using generative AI to analyze target Job Descriptions (JD) against a candidate's Resume or Profile. It compiles an active study program consisting of precise QA cards and a structured daily roadmap, enabling candidates to successfully match expectations.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19202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D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VALUE PROPOSITION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75120" y="2468880"/>
            <a:ext cx="44805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100% Tailored Preparation: Eliminates generic web search questions.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Actionable Feedback: Identifies exact technical and behavioral skill gaps.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Interactive Roadmap: Generates daily training tasks, complete with topic focuses.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Portable Outputs: Compiles print-ready PDF resumes styled for ATS evaluation.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2D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Features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1274552" cy="18288"/>
          </a:xfrm>
          <a:prstGeom prst="rect">
            <a:avLst/>
          </a:prstGeom>
          <a:solidFill>
            <a:srgbClr val="2A334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Interview Planner &amp; Resume Analyzer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56616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45920"/>
            <a:ext cx="3566160" cy="9144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20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2D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Resume Processing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108960"/>
            <a:ext cx="3017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D85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Drag-and-drop file upload. The PDF parser extracts plain text to match and calculate a dynamic profile score against the target JD.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1645920"/>
            <a:ext cx="356616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645920"/>
            <a:ext cx="3566160" cy="9144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920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2D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0" y="24688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Tailored QA Cards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3108960"/>
            <a:ext cx="3017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D85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Generates custom Technical and Behavioral questions. Includes detailed interviewer intentions and comprehensive model answers.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38160" y="1645920"/>
            <a:ext cx="356616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645920"/>
            <a:ext cx="3566160" cy="9144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1920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2D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412480" y="24688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Roadmap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12480" y="3108960"/>
            <a:ext cx="3017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D85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Provides a day-by-day preparation calendar, focusing on closing skill gaps and reinforcing strengths before the interview.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2D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1274552" cy="18288"/>
          </a:xfrm>
          <a:prstGeom prst="rect">
            <a:avLst/>
          </a:prstGeom>
          <a:solidFill>
            <a:srgbClr val="2A334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Interview Planner &amp; Resume Analyzer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application is structured as a decoupled client-server architecture built on a modern JavaScript stack. Express orchestrates the request routing while React handles state and responsive layout rendering.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2651760" cy="3840480"/>
          </a:xfrm>
          <a:prstGeom prst="rect">
            <a:avLst/>
          </a:prstGeom>
          <a:solidFill>
            <a:srgbClr val="161B22"/>
          </a:solidFill>
          <a:ln w="25400">
            <a:solidFill>
              <a:srgbClr val="2A33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774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B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/ Vite Frontend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inputs (JD &amp; PDF resume) are collected. Axios forwards them to the API. Handles local JWT cookies and displays reports.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2103120"/>
            <a:ext cx="2651760" cy="3840480"/>
          </a:xfrm>
          <a:prstGeom prst="rect">
            <a:avLst/>
          </a:prstGeom>
          <a:solidFill>
            <a:srgbClr val="161B22"/>
          </a:solidFill>
          <a:ln w="25400">
            <a:solidFill>
              <a:srgbClr val="2A33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23774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B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 / Node API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329184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Manages endpoint access, handles file upload streams via Multer, registers users, hashes credentials, and sanitizes input data.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2103120"/>
            <a:ext cx="2651760" cy="3840480"/>
          </a:xfrm>
          <a:prstGeom prst="rect">
            <a:avLst/>
          </a:prstGeom>
          <a:solidFill>
            <a:srgbClr val="161B22"/>
          </a:solidFill>
          <a:ln w="25400">
            <a:solidFill>
              <a:srgbClr val="2A33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3774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B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MongoDB Database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329184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Persists user documents, session history, and cached interview plans (storing parsed text and generated JSON objects).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61120" y="2103120"/>
            <a:ext cx="2651760" cy="3840480"/>
          </a:xfrm>
          <a:prstGeom prst="rect">
            <a:avLst/>
          </a:prstGeom>
          <a:solidFill>
            <a:srgbClr val="161B22"/>
          </a:solidFill>
          <a:ln w="25400">
            <a:solidFill>
              <a:srgbClr val="FF2D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0" y="23774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2D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Gemini AI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0" y="329184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Processes inputs using gemini-3.5-flash and responds with structured data matching our strictly validated Zod Schema.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2D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Workflow &amp; Data 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1274552" cy="18288"/>
          </a:xfrm>
          <a:prstGeom prst="rect">
            <a:avLst/>
          </a:prstGeom>
          <a:solidFill>
            <a:srgbClr val="2A334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Interview Planner &amp; Resume Analyzer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application processes client data through a secure, pipeline-based flow. Here is how input documents are transformed into structured, actionable interview roadmaps.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265176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B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Document Upload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56616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D85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uploads PDF resume &amp; enters Job Description on the React client.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63240" y="36576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D8590"/>
                </a:solidFill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291840" y="2103120"/>
            <a:ext cx="265176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B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74720" y="2834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Backend Parsing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74720" y="356616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D85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 parses the PDF using pdf-parse and cleans the extracted text.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97880" y="36576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D8590"/>
                </a:solidFill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126480" y="2103120"/>
            <a:ext cx="2651760" cy="3840480"/>
          </a:xfrm>
          <a:prstGeom prst="rect">
            <a:avLst/>
          </a:prstGeom>
          <a:solidFill>
            <a:srgbClr val="161B22"/>
          </a:solidFill>
          <a:ln w="25400">
            <a:solidFill>
              <a:srgbClr val="FF2D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2D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09360" y="2834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Gemini API Call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09360" y="356616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D85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 is sent to Gemini 3.5 Flash along with a strict Zod JSON response schema.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732520" y="36576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D8590"/>
                </a:solidFill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8961120" y="2103120"/>
            <a:ext cx="265176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B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44000" y="2834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Report Creation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44000" y="356616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D85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structured JSON response is persisted to MongoDB and returned to the client.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2D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Requirements &amp; Software Stack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1274552" cy="18288"/>
          </a:xfrm>
          <a:prstGeom prst="rect">
            <a:avLst/>
          </a:prstGeom>
          <a:solidFill>
            <a:srgbClr val="2A334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Interview Planner &amp; Resume Analyzer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Developing and running the AI Interview Plan &amp; Resume Analyzer requires a compatible hardware and software stack to support concurrent web clients and AI processing.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530352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377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D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 SPECIFICATIONS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Processor: Dual-core Intel i5 or AMD Ryzen 5 (Minimum 2.0 GHz)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Memory: 8 GB RAM minimum (16 GB recommended for concurrent Puppeteer browser rendering)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Storage: 500 MB of free storage space for dependencies and local code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Network: Active high-speed internet connection for API integration with Gemini and MongoDB Atlas.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103120"/>
            <a:ext cx="548640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377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B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SOFTWARE ENVIRONMENT &amp; STACK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292608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Operating System: Windows 10/11, macOS Big Sur+, or Ubuntu 20.04+ LTS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Runtime: Node.js (v18.x or v20.x LTS) &amp; npm (v9.x or v10.x)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Database: MongoDB Server (v6.0+) or MongoDB Atlas Cloud Account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Client Core: React 18, Vite Bundler, SCSS styling, React Router DOM v6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Server Core: Express.js, Mongoose ODM, Zod Validator, JWT Cookies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AI Service: @google/genai SDK (Gemini API with gemini-3.5-flash)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PDF Compiler: puppeteer-core &amp; @sparticuz/chromium lambda-binary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2D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Design &amp; Custom SCSS/CSS Theme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1274552" cy="18288"/>
          </a:xfrm>
          <a:prstGeom prst="rect">
            <a:avLst/>
          </a:prstGeom>
          <a:solidFill>
            <a:srgbClr val="2A334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Interview Planner &amp; Resume Analyzer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clean, premium UI is key to user retention. The application implements custom styling (SCSS) built from the ground up without third-party frameworks like Tailwind, ensuring complete control over the layout.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530352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377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D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DESIGN SYSTEM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Dark Page Canvas: Hex #0D1117 reduces eye strain during long prep sessions.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Elevation Cards: Hex #161B22 stands out, separating forms and reports.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Accent Pink: Hex #FF2D78 highlights key CTAs, buttons, and matching metrics.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Typography Stack: System-UI fallback stack ensures instant font loads and clean readability.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103120"/>
            <a:ext cx="548640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377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B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COMPOSABLE COMPONENT ARCHITECTURE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292608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Drag-and-Drop Area: Interactive drag zone listens to HTML5 file listeners.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Responsive Grid: Side-by-side split input forms stack dynamically on mobile.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Q&amp;A Accordion: Accordion cards reveal Intention and Model Answer on click.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Sidebar Statistics: Score circle and color-coded skill tags update reactively.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2D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REST API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1274552" cy="18288"/>
          </a:xfrm>
          <a:prstGeom prst="rect">
            <a:avLst/>
          </a:prstGeom>
          <a:solidFill>
            <a:srgbClr val="2A334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Interview Planner &amp; Resume Analyzer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backend serves as a stateless RESTful service. Routes are logically structured into specific router groups, utilizing middleware for security, file handling, and cross-site request validation.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530352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377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D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AUTHENTICATION ENDPOINTS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POST /api/auth/register : Registers a new user, hashes password, saves to DB, returns JWT cookie.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POST /api/auth/login : Validates credentials, signs 24h token cookie.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GET /api/auth/logout : Clears cookie, blacklists the token in DB.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POST /api/auth/reset-password : Self-service recovery via email/username verification.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103120"/>
            <a:ext cx="548640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377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B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INTERVIEW &amp; UTILITIES ENDPOINTS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292608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POST /api/interview/generate : Processes Multer file inputs, calls PDF parser, communicates with Gemini, saves and returns report.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GET /api/interview/report/:id : Retrieves full structured data for the report.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GET /api/interview/reports : Fetches all historical reports (lightweight details).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POST /api/interview/resume/pdf/:id : Backend export route utilizing Puppeteer to compile HTML resume structure into an ATS PDF.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2D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Service Integration &amp; Prompt Security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1274552" cy="18288"/>
          </a:xfrm>
          <a:prstGeom prst="rect">
            <a:avLst/>
          </a:prstGeom>
          <a:solidFill>
            <a:srgbClr val="2A334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Interview Planner &amp; Resume Analyzer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Integrating LLMs into production requires strict control over input parameters, structured output formats, and error handling for rate limits or credential exceptions.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530352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377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D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3.5 FLASH SCHEMA CONTROL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Strict Response Schema: The system defines standard schemas using Zod validation. Gemini is configured to output strict JSON matching that format.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Zod to JSON Translation: We convert schemas dynamically using zod-to-json-schema to configure the responseMimeType: 'application/json' API parameter.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Direct Parsing: Eliminates Markdown backtick wrappers, allowing direct parsing via JSON.parse() on API response text.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103120"/>
            <a:ext cx="548640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377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B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ROBUST RETRIES &amp; QUOTA TOLERANCE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292608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API Key Rotation: Supports a comma-separated list of keys, rotating to the next key if a rate limit or quota exception is reached.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Exponential Backoff: Implement automated delays (with random jitter) on rate limits before trying again, preventing network dropouts.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Permission Handlers: Automatically intercepts 403 status errors (e.g. account suspension) to expose clear feedback to users.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2D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 Generation Engine &amp; Cloud Caching Fix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1274552" cy="18288"/>
          </a:xfrm>
          <a:prstGeom prst="rect">
            <a:avLst/>
          </a:prstGeom>
          <a:solidFill>
            <a:srgbClr val="2A334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Interview Planner &amp; Resume Analyzer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Exporting ATS-compliant resumes requires rendering HTML layouts into PDFs. However, standard headless browsers like Puppeteer crash when deployed to minimal cloud platforms like Render.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530352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377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D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RENDER DEPLOYMENT CHALLENGE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Missing OS Libraries: Render's default Node Linux images lack required libraries (e.g., libatk, libnss3, libcups), causing Puppeteer to fail to launch.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Ephemeral Browser Binaries: Default Puppeteer downloads Chromium to a global ~/.cache directory, which gets ignored during Render's build-to-run container migration, causing 'browser not found' errors.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103120"/>
            <a:ext cx="5486400" cy="3840480"/>
          </a:xfrm>
          <a:prstGeom prst="rect">
            <a:avLst/>
          </a:prstGeom>
          <a:solidFill>
            <a:srgbClr val="161B22"/>
          </a:solidFill>
          <a:ln w="25400">
            <a:solidFill>
              <a:srgbClr val="FF2D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377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B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ROBUST SOLUTIONS APPLIED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292608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Migrated to core dependencies: Replaced puppeteer package with puppeteer-core and @sparticuz/chromium.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Lambda-Optimized Binary: @sparticuz/chromium contains pre-compiled, statically linked binaries requiring no OS libraries.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Cross-Platform Compatibility Check: Implements an isLocal check. In production, it launches the pre-compiled binary. In local Windows/macOS, it automatically searches the system application paths for your local Chrome app.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2D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Models &amp; Schema Definitions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1274552" cy="18288"/>
          </a:xfrm>
          <a:prstGeom prst="rect">
            <a:avLst/>
          </a:prstGeom>
          <a:solidFill>
            <a:srgbClr val="2A334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Interview Planner &amp; Resume Analyzer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use MongoDB Atlas to store persistent objects. Strict validation is managed using Mongoose schemas. User relations are mapped using standard ObjectIds.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356616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377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D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SCHEMA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username: String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 unique: true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 required: true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email: String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 unique: true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 required: true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password: String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 hashed (bcryptjs)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 required: true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2103120"/>
            <a:ext cx="740664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3774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B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INTERVIEW REPORT SCHEMA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2926080"/>
            <a:ext cx="6858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user: mongoose.Schema.Types.ObjectId (Reference to users collection)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title: String (Target job position title)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jobDescription: String (Required job duties &amp; stack details)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resume: String (Extracted candidate resume plain text)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selfDescription: String (Optional user candidate details)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matchScore: Number (Calculated match fit percentage: 0 to 100)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technicalQuestions: Array of { question, intention, answer }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behavioralQuestions: Array of { question, intention, answer }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skillGaps: Array of { skill, severity: ['low', 'medium', 'high'] }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preparationPlan: Array of { day: Number, focus: String, tasks: Array[String] }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2D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Authentication Security &amp; Recovery 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1274552" cy="18288"/>
          </a:xfrm>
          <a:prstGeom prst="rect">
            <a:avLst/>
          </a:prstGeom>
          <a:solidFill>
            <a:srgbClr val="2A334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Interview Planner &amp; Resume Analyzer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authentication must remain secure across different subdomains. The platform uses JSON Web Tokens (JWT) stored in HTTP-only cookies, combined with security handlers.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530352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377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D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CROSS-SITE COOKIE HANDLING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Secure JWT Cookie: Signed token with 24-hour expiration containing user identity claims is saved inside HTTP-only cookies, blocking JS script theft.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Production Cross-Site Settings: In production, cookies are configured with secure: true and sameSite: 'none' properties, enabling Safari/Chrome to validate sessions when frontend and backend are hosted on separate domains.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Token Blacklist Store: When users log out, the token is added to a blacklist database store, preventing replay attacks.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103120"/>
            <a:ext cx="548640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377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B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SELF-SERVICE PASSWORD RECOVERY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292608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Verification: Since no external email SMTP service is configured, users reset credentials by verifying both their Email and unique Username.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Secure Overwrite: If verified, the server generates a new hash via bcryptjs and safely saves the updated password to the user document, deleting/clearing the previous credentials from the database.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2D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Proof: Dashboard Interface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1274552" cy="18288"/>
          </a:xfrm>
          <a:prstGeom prst="rect">
            <a:avLst/>
          </a:prstGeom>
          <a:solidFill>
            <a:srgbClr val="2A334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Interview Planner &amp; Resume Analyzer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Proof of the functional local frontend interface showing the drag-and-drop resume upload zone, target job description form, and model selection.</a:t>
            </a:r>
            <a:endParaRPr lang="en-US" sz="1400" dirty="0"/>
          </a:p>
        </p:txBody>
      </p:sp>
      <p:pic>
        <p:nvPicPr>
          <p:cNvPr id="7" name="Image 0" descr="C:\Users\Never_Mind\.gemini\antigravity-ide\brain\d167864c-25cd-435d-b055-b2576a8b9ae5\initial_page_load_178507035859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2304" y="201168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2D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Proof: Resume Planning Form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1274552" cy="18288"/>
          </a:xfrm>
          <a:prstGeom prst="rect">
            <a:avLst/>
          </a:prstGeom>
          <a:solidFill>
            <a:srgbClr val="2A334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Interview Planner &amp; Resume Analyzer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Proof showing the landing form state with populated details, character limits, and system parameters ready for AI evaluation.</a:t>
            </a:r>
            <a:endParaRPr lang="en-US" sz="1400" dirty="0"/>
          </a:p>
        </p:txBody>
      </p:sp>
      <p:pic>
        <p:nvPicPr>
          <p:cNvPr id="7" name="Image 0" descr="C:\Users\Never_Mind\.gemini\antigravity-ide\brain\d167864c-25cd-435d-b055-b2576a8b9ae5\media__17851457417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2304" y="201168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2D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Responsiveness Improvements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1274552" cy="18288"/>
          </a:xfrm>
          <a:prstGeom prst="rect">
            <a:avLst/>
          </a:prstGeom>
          <a:solidFill>
            <a:srgbClr val="2A334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Interview Planner &amp; Resume Analyzer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user experience was significantly improved by adding responsive media queries (@media (max-width: 900px) and @media (max-width: 768px)) to adapt pages for mobile phone viewports.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356616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377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D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 SCREEN FIXES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Container widths changed from rigid min-width: 350px to responsive width: 100% and max-width: 380px.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Prevents form clipping on narrow displays like iPhone SE (320px width).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Input fields, labels, and password toggles scale fluidly.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2103120"/>
            <a:ext cx="356616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377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B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LAYOUT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292608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Collapses side-by-side flexbox columns (Job description vs resume) into a single vertical scroll.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The vertical dividers are hidden to maximize horizontal layout space.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Action buttons scale to 100% width for easier thumb tapping on mobile screens.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2103120"/>
            <a:ext cx="356616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2377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D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DETAILS VIEW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0" y="292608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Exchanges the 3-column desktop layout (nav, content, sidebar) for a vertical order.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Pushes Match Score and Gaps to the top using CSS order: 2.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Converts vertical navigation buttons into horizontal top tabs.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2D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Render Deployment &amp; Active Hosts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1274552" cy="18288"/>
          </a:xfrm>
          <a:prstGeom prst="rect">
            <a:avLst/>
          </a:prstGeom>
          <a:solidFill>
            <a:srgbClr val="2A334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Interview Planner &amp; Resume Analyzer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application is fully hosted and running on Render cloud infrastructure, configured with automatic GitHub build triggers.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530352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377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D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STATIC HOSTING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Service Type: Render Static Site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Live Web Address: https://genairesume-ats.onrender.com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Build Command: cd Frontend &amp;&amp; npm install &amp;&amp; npm run build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Publish Directory: Frontend/dist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Security: Automatically served over HTTPS with TLS 1.3.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103120"/>
            <a:ext cx="548640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377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B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WEB SERVICE HOSTING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292608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Service Type: Render Web Service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Live Web API: https://resume-maker-project-okii.onrender.com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Build Command: cd Backend &amp;&amp; npm install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Start Command: cd Backend &amp;&amp; node server.js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CORS whitelist: Allows cross-origin requests specifically from the frontend site.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2D7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2D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 &amp; Future Work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1274552" cy="18288"/>
          </a:xfrm>
          <a:prstGeom prst="rect">
            <a:avLst/>
          </a:prstGeom>
          <a:solidFill>
            <a:srgbClr val="2A334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5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Interview Planner &amp; Resume Analyzer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AI Interview Plan &amp; Resume Analyzer is fully implemented, verified, responsive, and deployed in production. It offers immense value to job applicants looking for structured preparation.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530352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377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D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SUMMARY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Successfully resolved the complex Render Puppeteer library crash by implementing a serverless core with Sparticuz Chromium.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Enhanced security with HTTP-only cookies and a verification-based password recovery flow.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Upgraded models to gemini-3.5-flash to prevent deprecated model lockouts.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Polished UI layouts for 100% responsiveness on mobile devices.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103120"/>
            <a:ext cx="548640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377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B4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WORK MAP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292608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AI Voice Interviews: Integrating speech-to-text to perform mock oral interviews directly in the browser.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ATS Formatting Checker: Scanning PDF resume layouts and giving recommendations to optimize for automated parser checkers.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Real-Time Progress Tracking: Saving preparation checklists showing daily completed roadmap tasks.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 Questions &amp; Discussion.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2026-07-29T08:25:55Z</dcterms:created>
  <dcterms:modified xsi:type="dcterms:W3CDTF">2026-07-29T08:25:55Z</dcterms:modified>
</cp:coreProperties>
</file>